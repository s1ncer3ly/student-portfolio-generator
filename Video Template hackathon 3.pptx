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Fredoka" panose="020B0604020202020204" charset="-79"/>
      <p:regular r:id="rId12"/>
      <p:bold r:id="rId13"/>
    </p:embeddedFont>
    <p:embeddedFont>
      <p:font typeface="Lato" panose="020F0502020204030204" pitchFamily="34" charset="0"/>
      <p:regular r:id="rId14"/>
      <p:bold r:id="rId15"/>
      <p:italic r:id="rId16"/>
      <p:boldItalic r:id="rId17"/>
    </p:embeddedFont>
    <p:embeddedFont>
      <p:font typeface="Mate" panose="020B0604020202020204" charset="0"/>
      <p:regular r:id="rId18"/>
      <p:italic r:id="rId19"/>
    </p:embeddedFont>
    <p:embeddedFont>
      <p:font typeface="Noto Serif Ethiopic" panose="020B0604020202020204" charset="0"/>
      <p:regular r:id="rId20"/>
      <p:bold r:id="rId21"/>
    </p:embeddedFont>
    <p:embeddedFont>
      <p:font typeface="Poppins" panose="020B0502040204020203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F4pwOyAPDJ0kn47zzR3/jqlQ/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0a814d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f80a814d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place holder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809f0e651_0_195"/>
          <p:cNvSpPr>
            <a:spLocks noGrp="1"/>
          </p:cNvSpPr>
          <p:nvPr>
            <p:ph type="pic" idx="2"/>
          </p:nvPr>
        </p:nvSpPr>
        <p:spPr>
          <a:xfrm>
            <a:off x="2979000" y="1302050"/>
            <a:ext cx="12330000" cy="708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4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6.png"/><Relationship Id="rId10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35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29650" y="4629150"/>
            <a:ext cx="1028700" cy="102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"/>
          <p:cNvGrpSpPr/>
          <p:nvPr/>
        </p:nvGrpSpPr>
        <p:grpSpPr>
          <a:xfrm>
            <a:off x="153201" y="0"/>
            <a:ext cx="18034672" cy="8834588"/>
            <a:chOff x="0" y="0"/>
            <a:chExt cx="24046230" cy="11779451"/>
          </a:xfrm>
        </p:grpSpPr>
        <p:sp>
          <p:nvSpPr>
            <p:cNvPr id="88" name="Google Shape;88;p1"/>
            <p:cNvSpPr/>
            <p:nvPr/>
          </p:nvSpPr>
          <p:spPr>
            <a:xfrm>
              <a:off x="1831235" y="2316118"/>
              <a:ext cx="10941233" cy="8142101"/>
            </a:xfrm>
            <a:custGeom>
              <a:avLst/>
              <a:gdLst/>
              <a:ahLst/>
              <a:cxnLst/>
              <a:rect l="l" t="t" r="r" b="b"/>
              <a:pathLst>
                <a:path w="10941233" h="8142101" extrusionOk="0">
                  <a:moveTo>
                    <a:pt x="0" y="0"/>
                  </a:moveTo>
                  <a:lnTo>
                    <a:pt x="10941233" y="0"/>
                  </a:lnTo>
                  <a:lnTo>
                    <a:pt x="10941233" y="8142101"/>
                  </a:lnTo>
                  <a:lnTo>
                    <a:pt x="0" y="81421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9" name="Google Shape;89;p1"/>
            <p:cNvSpPr/>
            <p:nvPr/>
          </p:nvSpPr>
          <p:spPr>
            <a:xfrm>
              <a:off x="0" y="178777"/>
              <a:ext cx="1831235" cy="1920837"/>
            </a:xfrm>
            <a:custGeom>
              <a:avLst/>
              <a:gdLst/>
              <a:ahLst/>
              <a:cxnLst/>
              <a:rect l="l" t="t" r="r" b="b"/>
              <a:pathLst>
                <a:path w="1831235" h="1920837" extrusionOk="0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0" name="Google Shape;90;p1"/>
            <p:cNvSpPr/>
            <p:nvPr/>
          </p:nvSpPr>
          <p:spPr>
            <a:xfrm>
              <a:off x="21750194" y="0"/>
              <a:ext cx="2296036" cy="2296036"/>
            </a:xfrm>
            <a:custGeom>
              <a:avLst/>
              <a:gdLst/>
              <a:ahLst/>
              <a:cxnLst/>
              <a:rect l="l" t="t" r="r" b="b"/>
              <a:pathLst>
                <a:path w="2296036" h="2296036" extrusionOk="0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1" name="Google Shape;91;p1"/>
            <p:cNvSpPr/>
            <p:nvPr/>
          </p:nvSpPr>
          <p:spPr>
            <a:xfrm>
              <a:off x="16681155" y="10096493"/>
              <a:ext cx="229556" cy="229556"/>
            </a:xfrm>
            <a:custGeom>
              <a:avLst/>
              <a:gdLst/>
              <a:ahLst/>
              <a:cxnLst/>
              <a:rect l="l" t="t" r="r" b="b"/>
              <a:pathLst>
                <a:path w="229556" h="229556" extrusionOk="0">
                  <a:moveTo>
                    <a:pt x="0" y="0"/>
                  </a:moveTo>
                  <a:lnTo>
                    <a:pt x="229557" y="0"/>
                  </a:lnTo>
                  <a:lnTo>
                    <a:pt x="229557" y="229556"/>
                  </a:lnTo>
                  <a:lnTo>
                    <a:pt x="0" y="2295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13154303" y="9829611"/>
              <a:ext cx="9744000" cy="70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48"/>
                <a:buFont typeface="Arial"/>
                <a:buNone/>
              </a:pPr>
              <a:r>
                <a:rPr lang="en-US" sz="3148" b="1" i="0" u="none" strike="noStrike" cap="non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Innovate         Create          Inspire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19689073" y="10096493"/>
              <a:ext cx="229556" cy="229556"/>
            </a:xfrm>
            <a:custGeom>
              <a:avLst/>
              <a:gdLst/>
              <a:ahLst/>
              <a:cxnLst/>
              <a:rect l="l" t="t" r="r" b="b"/>
              <a:pathLst>
                <a:path w="229556" h="229556" extrusionOk="0">
                  <a:moveTo>
                    <a:pt x="0" y="0"/>
                  </a:moveTo>
                  <a:lnTo>
                    <a:pt x="229556" y="0"/>
                  </a:lnTo>
                  <a:lnTo>
                    <a:pt x="229556" y="229556"/>
                  </a:lnTo>
                  <a:lnTo>
                    <a:pt x="0" y="2295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4" name="Google Shape;94;p1"/>
            <p:cNvSpPr/>
            <p:nvPr/>
          </p:nvSpPr>
          <p:spPr>
            <a:xfrm>
              <a:off x="11063812" y="0"/>
              <a:ext cx="12143763" cy="11779451"/>
            </a:xfrm>
            <a:custGeom>
              <a:avLst/>
              <a:gdLst/>
              <a:ahLst/>
              <a:cxnLst/>
              <a:rect l="l" t="t" r="r" b="b"/>
              <a:pathLst>
                <a:path w="12143763" h="11779451" extrusionOk="0">
                  <a:moveTo>
                    <a:pt x="0" y="0"/>
                  </a:moveTo>
                  <a:lnTo>
                    <a:pt x="12143763" y="0"/>
                  </a:lnTo>
                  <a:lnTo>
                    <a:pt x="12143763" y="11779451"/>
                  </a:lnTo>
                  <a:lnTo>
                    <a:pt x="0" y="117794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 amt="370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3566517" y="571294"/>
              <a:ext cx="16237200" cy="125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en-US" sz="6800" b="1" i="0" u="none" strike="noStrike" cap="non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Expressions: The Studio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1015575" y="5213132"/>
              <a:ext cx="12192000" cy="20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700"/>
                <a:buFont typeface="Arial"/>
                <a:buNone/>
              </a:pPr>
              <a:r>
                <a:rPr lang="en-US" sz="5700" b="0" i="0" u="none" strike="noStrike" cap="none">
                  <a:solidFill>
                    <a:srgbClr val="373636"/>
                  </a:solidFill>
                  <a:latin typeface="Fredoka"/>
                  <a:ea typeface="Fredoka"/>
                  <a:cs typeface="Fredoka"/>
                  <a:sym typeface="Fredoka"/>
                </a:rPr>
                <a:t> THE HACKATHON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700"/>
                <a:buFont typeface="Arial"/>
                <a:buNone/>
              </a:pPr>
              <a:r>
                <a:rPr lang="en-US" sz="5700" b="0" i="0" u="none" strike="noStrike" cap="none">
                  <a:solidFill>
                    <a:srgbClr val="373636"/>
                  </a:solidFill>
                  <a:latin typeface="Fredoka"/>
                  <a:ea typeface="Fredoka"/>
                  <a:cs typeface="Fredoka"/>
                  <a:sym typeface="Fredoka"/>
                </a:rPr>
                <a:t>JOURNEY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11854230" y="7604112"/>
              <a:ext cx="12192000" cy="7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Arial"/>
                <a:buNone/>
              </a:pPr>
              <a:r>
                <a:rPr lang="en-US" sz="3900" b="0" i="0" u="none" strike="noStrike" cap="none">
                  <a:solidFill>
                    <a:srgbClr val="434242"/>
                  </a:solidFill>
                  <a:latin typeface="Noto Serif Ethiopic"/>
                  <a:ea typeface="Noto Serif Ethiopic"/>
                  <a:cs typeface="Noto Serif Ethiopic"/>
                  <a:sym typeface="Noto Serif Ethiopic"/>
                </a:rPr>
                <a:t>Where Ideas Come Alive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153201" y="134083"/>
            <a:ext cx="1373427" cy="1440628"/>
          </a:xfrm>
          <a:custGeom>
            <a:avLst/>
            <a:gdLst/>
            <a:ahLst/>
            <a:cxnLst/>
            <a:rect l="l" t="t" r="r" b="b"/>
            <a:pathLst>
              <a:path w="1373427" h="1440628" extrusionOk="0">
                <a:moveTo>
                  <a:pt x="0" y="0"/>
                </a:moveTo>
                <a:lnTo>
                  <a:pt x="1373427" y="0"/>
                </a:lnTo>
                <a:lnTo>
                  <a:pt x="1373427" y="1440627"/>
                </a:lnTo>
                <a:lnTo>
                  <a:pt x="0" y="1440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6565973" y="0"/>
            <a:ext cx="1722027" cy="1722027"/>
          </a:xfrm>
          <a:custGeom>
            <a:avLst/>
            <a:gdLst/>
            <a:ahLst/>
            <a:cxnLst/>
            <a:rect l="l" t="t" r="r" b="b"/>
            <a:pathLst>
              <a:path w="1722027" h="1722027" extrusionOk="0">
                <a:moveTo>
                  <a:pt x="0" y="0"/>
                </a:moveTo>
                <a:lnTo>
                  <a:pt x="1722027" y="0"/>
                </a:lnTo>
                <a:lnTo>
                  <a:pt x="1722027" y="1722027"/>
                </a:lnTo>
                <a:lnTo>
                  <a:pt x="0" y="1722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1905000" y="571500"/>
            <a:ext cx="14287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Expressions: The Studio</a:t>
            </a:r>
            <a:endParaRPr sz="4800" b="0" i="0" u="none" strike="noStrike" cap="none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1143000" y="1905000"/>
            <a:ext cx="9144000" cy="7429500"/>
            <a:chOff x="1143000" y="1905000"/>
            <a:chExt cx="9144000" cy="7429500"/>
          </a:xfrm>
        </p:grpSpPr>
        <p:sp>
          <p:nvSpPr>
            <p:cNvPr id="106" name="Google Shape;106;p2"/>
            <p:cNvSpPr/>
            <p:nvPr/>
          </p:nvSpPr>
          <p:spPr>
            <a:xfrm>
              <a:off x="1143000" y="1905000"/>
              <a:ext cx="9144000" cy="7429500"/>
            </a:xfrm>
            <a:prstGeom prst="roundRect">
              <a:avLst>
                <a:gd name="adj" fmla="val 4102"/>
              </a:avLst>
            </a:prstGeom>
            <a:solidFill>
              <a:srgbClr val="F8FAFC"/>
            </a:solidFill>
            <a:ln w="2857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524000" y="2286000"/>
              <a:ext cx="762000" cy="762000"/>
            </a:xfrm>
            <a:prstGeom prst="roundRect">
              <a:avLst>
                <a:gd name="adj" fmla="val 25000"/>
              </a:avLst>
            </a:prstGeom>
            <a:solidFill>
              <a:srgbClr val="EEF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1524000" y="23327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2571750" y="22860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Name of the Student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{{NAME}}</a:t>
              </a:r>
              <a:endParaRPr sz="2600" b="1" i="0" u="none" strike="noStrike" cap="none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524000" y="3619500"/>
              <a:ext cx="762000" cy="762000"/>
            </a:xfrm>
            <a:prstGeom prst="roundRect">
              <a:avLst>
                <a:gd name="adj" fmla="val 25000"/>
              </a:avLst>
            </a:prstGeom>
            <a:solidFill>
              <a:srgbClr val="EEF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1524000" y="36662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2571750" y="36195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Grade &amp; Section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{{CLASS}}-{{SECTION}}</a:t>
              </a:r>
              <a:endParaRPr sz="2600" b="1" i="0" u="none" strike="noStrike" cap="none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524000" y="4953000"/>
              <a:ext cx="762000" cy="762000"/>
            </a:xfrm>
            <a:prstGeom prst="roundRect">
              <a:avLst>
                <a:gd name="adj" fmla="val 25000"/>
              </a:avLst>
            </a:prstGeom>
            <a:solidFill>
              <a:srgbClr val="EEF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524000" y="49997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2571750" y="49530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Studio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 i="0" u="none" strike="noStrike" cap="none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Video Production</a:t>
              </a:r>
              <a:endParaRPr sz="2600" b="1" i="0" u="none" strike="noStrike" cap="none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524000" y="6286500"/>
              <a:ext cx="762000" cy="762000"/>
            </a:xfrm>
            <a:prstGeom prst="roundRect">
              <a:avLst>
                <a:gd name="adj" fmla="val 25000"/>
              </a:avLst>
            </a:prstGeom>
            <a:solidFill>
              <a:srgbClr val="EEF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524000" y="63332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2571750" y="62865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Theme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{{THEME}}</a:t>
              </a:r>
              <a:endParaRPr sz="2600" b="1" i="0" u="none" strike="noStrike" cap="none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524000" y="7620000"/>
              <a:ext cx="762000" cy="762000"/>
            </a:xfrm>
            <a:prstGeom prst="roundRect">
              <a:avLst>
                <a:gd name="adj" fmla="val 25000"/>
              </a:avLst>
            </a:prstGeom>
            <a:solidFill>
              <a:srgbClr val="EEF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1524000" y="76667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2571750" y="76200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Session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1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2026-27</a:t>
              </a:r>
              <a:endParaRPr sz="2600" b="1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endParaRPr sz="2600" b="1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 t="7140" b="7140"/>
          <a:stretch/>
        </p:blipFill>
        <p:spPr>
          <a:xfrm>
            <a:off x="10745250" y="1905000"/>
            <a:ext cx="6477000" cy="7429500"/>
          </a:xfrm>
          <a:prstGeom prst="roundRect">
            <a:avLst>
              <a:gd name="adj" fmla="val 4213"/>
            </a:avLst>
          </a:prstGeom>
          <a:noFill/>
          <a:ln>
            <a:noFill/>
          </a:ln>
        </p:spPr>
      </p:pic>
      <p:pic>
        <p:nvPicPr>
          <p:cNvPr id="123" name="Google Shape;123;p2" title="Untitled design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8821" y="2011265"/>
            <a:ext cx="2071023" cy="138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" title="Untitled design (1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5659" y="3380114"/>
            <a:ext cx="1988625" cy="13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 title="Untitled design (2)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9788" y="4706790"/>
            <a:ext cx="2020439" cy="134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 title="Untitled design (3)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9644" y="5999404"/>
            <a:ext cx="2071023" cy="138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 title="Untitled design (4)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98113" y="7339379"/>
            <a:ext cx="2071023" cy="1380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3"/>
          <p:cNvGrpSpPr/>
          <p:nvPr/>
        </p:nvGrpSpPr>
        <p:grpSpPr>
          <a:xfrm>
            <a:off x="153201" y="-403874"/>
            <a:ext cx="18134799" cy="10343311"/>
            <a:chOff x="0" y="38100"/>
            <a:chExt cx="24179732" cy="13791081"/>
          </a:xfrm>
        </p:grpSpPr>
        <p:sp>
          <p:nvSpPr>
            <p:cNvPr id="133" name="Google Shape;133;p3"/>
            <p:cNvSpPr/>
            <p:nvPr/>
          </p:nvSpPr>
          <p:spPr>
            <a:xfrm>
              <a:off x="16881764" y="9104908"/>
              <a:ext cx="7060734" cy="4724273"/>
            </a:xfrm>
            <a:custGeom>
              <a:avLst/>
              <a:gdLst/>
              <a:ahLst/>
              <a:cxnLst/>
              <a:rect l="l" t="t" r="r" b="b"/>
              <a:pathLst>
                <a:path w="7060734" h="4724273" extrusionOk="0">
                  <a:moveTo>
                    <a:pt x="0" y="0"/>
                  </a:moveTo>
                  <a:lnTo>
                    <a:pt x="7060734" y="0"/>
                  </a:lnTo>
                  <a:lnTo>
                    <a:pt x="7060734" y="4724273"/>
                  </a:lnTo>
                  <a:lnTo>
                    <a:pt x="0" y="47242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4" name="Google Shape;134;p3"/>
            <p:cNvSpPr txBox="1"/>
            <p:nvPr/>
          </p:nvSpPr>
          <p:spPr>
            <a:xfrm>
              <a:off x="8946313" y="1961899"/>
              <a:ext cx="84813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lang="en-US" sz="3099" b="1" i="0" u="none" strike="noStrike" cap="non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Exploration &amp; Ideation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243317" y="3684949"/>
              <a:ext cx="17184285" cy="9803405"/>
            </a:xfrm>
            <a:custGeom>
              <a:avLst/>
              <a:gdLst/>
              <a:ahLst/>
              <a:cxnLst/>
              <a:rect l="l" t="t" r="r" b="b"/>
              <a:pathLst>
                <a:path w="2272265" h="1296297" extrusionOk="0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0" y="755375"/>
              <a:ext cx="1831235" cy="1920837"/>
            </a:xfrm>
            <a:custGeom>
              <a:avLst/>
              <a:gdLst/>
              <a:ahLst/>
              <a:cxnLst/>
              <a:rect l="l" t="t" r="r" b="b"/>
              <a:pathLst>
                <a:path w="1831235" h="1920837" extrusionOk="0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7" name="Google Shape;137;p3"/>
            <p:cNvSpPr/>
            <p:nvPr/>
          </p:nvSpPr>
          <p:spPr>
            <a:xfrm>
              <a:off x="21883696" y="576598"/>
              <a:ext cx="2296036" cy="2296036"/>
            </a:xfrm>
            <a:custGeom>
              <a:avLst/>
              <a:gdLst/>
              <a:ahLst/>
              <a:cxnLst/>
              <a:rect l="l" t="t" r="r" b="b"/>
              <a:pathLst>
                <a:path w="2296036" h="2296036" extrusionOk="0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8" name="Google Shape;138;p3"/>
            <p:cNvSpPr txBox="1"/>
            <p:nvPr/>
          </p:nvSpPr>
          <p:spPr>
            <a:xfrm>
              <a:off x="5623411" y="38100"/>
              <a:ext cx="14305076" cy="1513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 b="1" i="0" u="none" strike="noStrike" cap="non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1 :  Understanding the Challenge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 rot="6436720">
              <a:off x="19023504" y="4391332"/>
              <a:ext cx="907787" cy="1675446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0" name="Google Shape;140;p3"/>
            <p:cNvSpPr/>
            <p:nvPr/>
          </p:nvSpPr>
          <p:spPr>
            <a:xfrm rot="6436720">
              <a:off x="21225903" y="6821487"/>
              <a:ext cx="907787" cy="1675446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41" name="Google Shape;141;p3"/>
          <p:cNvSpPr>
            <a:spLocks noGrp="1"/>
          </p:cNvSpPr>
          <p:nvPr>
            <p:ph type="pic" idx="2"/>
          </p:nvPr>
        </p:nvSpPr>
        <p:spPr>
          <a:xfrm>
            <a:off x="1603584" y="3260950"/>
            <a:ext cx="9994200" cy="574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4"/>
          <p:cNvGrpSpPr/>
          <p:nvPr/>
        </p:nvGrpSpPr>
        <p:grpSpPr>
          <a:xfrm>
            <a:off x="76601" y="-403874"/>
            <a:ext cx="18134799" cy="10690874"/>
            <a:chOff x="0" y="38100"/>
            <a:chExt cx="24179732" cy="14254498"/>
          </a:xfrm>
        </p:grpSpPr>
        <p:sp>
          <p:nvSpPr>
            <p:cNvPr id="147" name="Google Shape;147;p4"/>
            <p:cNvSpPr txBox="1"/>
            <p:nvPr/>
          </p:nvSpPr>
          <p:spPr>
            <a:xfrm>
              <a:off x="4922542" y="1961966"/>
              <a:ext cx="150060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lang="en-US" sz="3099" b="1" i="0" u="none" strike="noStrike" cap="non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Focused Learning of required Tools &amp; Techniques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243317" y="3684949"/>
              <a:ext cx="17184285" cy="9803405"/>
            </a:xfrm>
            <a:custGeom>
              <a:avLst/>
              <a:gdLst/>
              <a:ahLst/>
              <a:cxnLst/>
              <a:rect l="l" t="t" r="r" b="b"/>
              <a:pathLst>
                <a:path w="2272265" h="1296297" extrusionOk="0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0" y="755375"/>
              <a:ext cx="1831235" cy="1920837"/>
            </a:xfrm>
            <a:custGeom>
              <a:avLst/>
              <a:gdLst/>
              <a:ahLst/>
              <a:cxnLst/>
              <a:rect l="l" t="t" r="r" b="b"/>
              <a:pathLst>
                <a:path w="1831235" h="1920837" extrusionOk="0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0" name="Google Shape;150;p4"/>
            <p:cNvSpPr/>
            <p:nvPr/>
          </p:nvSpPr>
          <p:spPr>
            <a:xfrm>
              <a:off x="21883696" y="576598"/>
              <a:ext cx="2296036" cy="2296036"/>
            </a:xfrm>
            <a:custGeom>
              <a:avLst/>
              <a:gdLst/>
              <a:ahLst/>
              <a:cxnLst/>
              <a:rect l="l" t="t" r="r" b="b"/>
              <a:pathLst>
                <a:path w="2296036" h="2296036" extrusionOk="0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1" name="Google Shape;151;p4"/>
            <p:cNvSpPr txBox="1"/>
            <p:nvPr/>
          </p:nvSpPr>
          <p:spPr>
            <a:xfrm>
              <a:off x="5623411" y="38100"/>
              <a:ext cx="14305200" cy="17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 b="1" i="0" u="none" strike="noStrike" cap="non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2 :  Showcasing the Skills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 rot="6436720">
              <a:off x="19023504" y="4391332"/>
              <a:ext cx="907787" cy="1675446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3" name="Google Shape;153;p4"/>
            <p:cNvSpPr/>
            <p:nvPr/>
          </p:nvSpPr>
          <p:spPr>
            <a:xfrm rot="6436720">
              <a:off x="21225903" y="6821487"/>
              <a:ext cx="907787" cy="1675446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4" name="Google Shape;154;p4"/>
            <p:cNvSpPr/>
            <p:nvPr/>
          </p:nvSpPr>
          <p:spPr>
            <a:xfrm>
              <a:off x="19286752" y="8429088"/>
              <a:ext cx="4786090" cy="5863510"/>
            </a:xfrm>
            <a:custGeom>
              <a:avLst/>
              <a:gdLst/>
              <a:ahLst/>
              <a:cxnLst/>
              <a:rect l="l" t="t" r="r" b="b"/>
              <a:pathLst>
                <a:path w="4786090" h="5863510" extrusionOk="0">
                  <a:moveTo>
                    <a:pt x="0" y="0"/>
                  </a:moveTo>
                  <a:lnTo>
                    <a:pt x="4786090" y="0"/>
                  </a:lnTo>
                  <a:lnTo>
                    <a:pt x="4786090" y="5863510"/>
                  </a:lnTo>
                  <a:lnTo>
                    <a:pt x="0" y="58635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55" name="Google Shape;155;p4"/>
          <p:cNvSpPr>
            <a:spLocks noGrp="1"/>
          </p:cNvSpPr>
          <p:nvPr>
            <p:ph type="pic" idx="2"/>
          </p:nvPr>
        </p:nvSpPr>
        <p:spPr>
          <a:xfrm>
            <a:off x="1603584" y="3260950"/>
            <a:ext cx="9994200" cy="574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5"/>
          <p:cNvGrpSpPr/>
          <p:nvPr/>
        </p:nvGrpSpPr>
        <p:grpSpPr>
          <a:xfrm>
            <a:off x="153201" y="-403874"/>
            <a:ext cx="18134799" cy="10440930"/>
            <a:chOff x="0" y="38100"/>
            <a:chExt cx="24179732" cy="13921239"/>
          </a:xfrm>
        </p:grpSpPr>
        <p:sp>
          <p:nvSpPr>
            <p:cNvPr id="161" name="Google Shape;161;p5"/>
            <p:cNvSpPr txBox="1"/>
            <p:nvPr/>
          </p:nvSpPr>
          <p:spPr>
            <a:xfrm>
              <a:off x="4922509" y="2040199"/>
              <a:ext cx="150060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lang="en-US" sz="3099" b="1" i="0" u="none" strike="noStrike" cap="non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Bringing Ideas To Life- Project Development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243317" y="3684949"/>
              <a:ext cx="17184285" cy="9803405"/>
            </a:xfrm>
            <a:custGeom>
              <a:avLst/>
              <a:gdLst/>
              <a:ahLst/>
              <a:cxnLst/>
              <a:rect l="l" t="t" r="r" b="b"/>
              <a:pathLst>
                <a:path w="2272265" h="1296297" extrusionOk="0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755375"/>
              <a:ext cx="1831235" cy="1920837"/>
            </a:xfrm>
            <a:custGeom>
              <a:avLst/>
              <a:gdLst/>
              <a:ahLst/>
              <a:cxnLst/>
              <a:rect l="l" t="t" r="r" b="b"/>
              <a:pathLst>
                <a:path w="1831235" h="1920837" extrusionOk="0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4" name="Google Shape;164;p5"/>
            <p:cNvSpPr/>
            <p:nvPr/>
          </p:nvSpPr>
          <p:spPr>
            <a:xfrm>
              <a:off x="21883696" y="576598"/>
              <a:ext cx="2296036" cy="2296036"/>
            </a:xfrm>
            <a:custGeom>
              <a:avLst/>
              <a:gdLst/>
              <a:ahLst/>
              <a:cxnLst/>
              <a:rect l="l" t="t" r="r" b="b"/>
              <a:pathLst>
                <a:path w="2296036" h="2296036" extrusionOk="0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5" name="Google Shape;165;p5"/>
            <p:cNvSpPr txBox="1"/>
            <p:nvPr/>
          </p:nvSpPr>
          <p:spPr>
            <a:xfrm>
              <a:off x="5623411" y="38100"/>
              <a:ext cx="14305076" cy="1513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 b="1" i="0" u="none" strike="noStrike" cap="non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3 :  Create and Build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 rot="6436720">
              <a:off x="19023504" y="4391332"/>
              <a:ext cx="907787" cy="1675446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7" name="Google Shape;167;p5"/>
            <p:cNvSpPr/>
            <p:nvPr/>
          </p:nvSpPr>
          <p:spPr>
            <a:xfrm rot="6436720">
              <a:off x="21048759" y="5755791"/>
              <a:ext cx="907787" cy="1675446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8" name="Google Shape;168;p5"/>
            <p:cNvSpPr/>
            <p:nvPr/>
          </p:nvSpPr>
          <p:spPr>
            <a:xfrm>
              <a:off x="18113315" y="9510880"/>
              <a:ext cx="5535413" cy="4448459"/>
            </a:xfrm>
            <a:custGeom>
              <a:avLst/>
              <a:gdLst/>
              <a:ahLst/>
              <a:cxnLst/>
              <a:rect l="l" t="t" r="r" b="b"/>
              <a:pathLst>
                <a:path w="5535413" h="4448459" extrusionOk="0">
                  <a:moveTo>
                    <a:pt x="0" y="0"/>
                  </a:moveTo>
                  <a:lnTo>
                    <a:pt x="5535414" y="0"/>
                  </a:lnTo>
                  <a:lnTo>
                    <a:pt x="5535414" y="4448459"/>
                  </a:lnTo>
                  <a:lnTo>
                    <a:pt x="0" y="4448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9" name="Google Shape;169;p5"/>
            <p:cNvSpPr/>
            <p:nvPr/>
          </p:nvSpPr>
          <p:spPr>
            <a:xfrm>
              <a:off x="19551876" y="8485024"/>
              <a:ext cx="582260" cy="867868"/>
            </a:xfrm>
            <a:custGeom>
              <a:avLst/>
              <a:gdLst/>
              <a:ahLst/>
              <a:cxnLst/>
              <a:rect l="l" t="t" r="r" b="b"/>
              <a:pathLst>
                <a:path w="582260" h="867868" extrusionOk="0">
                  <a:moveTo>
                    <a:pt x="0" y="0"/>
                  </a:moveTo>
                  <a:lnTo>
                    <a:pt x="582260" y="0"/>
                  </a:lnTo>
                  <a:lnTo>
                    <a:pt x="582260" y="867867"/>
                  </a:lnTo>
                  <a:lnTo>
                    <a:pt x="0" y="8678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0" name="Google Shape;170;p5"/>
            <p:cNvSpPr/>
            <p:nvPr/>
          </p:nvSpPr>
          <p:spPr>
            <a:xfrm>
              <a:off x="18911538" y="8918957"/>
              <a:ext cx="641185" cy="968823"/>
            </a:xfrm>
            <a:custGeom>
              <a:avLst/>
              <a:gdLst/>
              <a:ahLst/>
              <a:cxnLst/>
              <a:rect l="l" t="t" r="r" b="b"/>
              <a:pathLst>
                <a:path w="641185" h="968823" extrusionOk="0">
                  <a:moveTo>
                    <a:pt x="0" y="0"/>
                  </a:moveTo>
                  <a:lnTo>
                    <a:pt x="641184" y="0"/>
                  </a:lnTo>
                  <a:lnTo>
                    <a:pt x="641184" y="968823"/>
                  </a:lnTo>
                  <a:lnTo>
                    <a:pt x="0" y="9688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1" name="Google Shape;171;p5"/>
            <p:cNvSpPr/>
            <p:nvPr/>
          </p:nvSpPr>
          <p:spPr>
            <a:xfrm>
              <a:off x="22605497" y="7960127"/>
              <a:ext cx="1043231" cy="1049793"/>
            </a:xfrm>
            <a:custGeom>
              <a:avLst/>
              <a:gdLst/>
              <a:ahLst/>
              <a:cxnLst/>
              <a:rect l="l" t="t" r="r" b="b"/>
              <a:pathLst>
                <a:path w="1043231" h="1049793" extrusionOk="0">
                  <a:moveTo>
                    <a:pt x="0" y="0"/>
                  </a:moveTo>
                  <a:lnTo>
                    <a:pt x="1043232" y="0"/>
                  </a:lnTo>
                  <a:lnTo>
                    <a:pt x="1043232" y="1049793"/>
                  </a:lnTo>
                  <a:lnTo>
                    <a:pt x="0" y="10497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2" name="Google Shape;172;p5"/>
            <p:cNvSpPr/>
            <p:nvPr/>
          </p:nvSpPr>
          <p:spPr>
            <a:xfrm>
              <a:off x="20430578" y="12574883"/>
              <a:ext cx="1232996" cy="981773"/>
            </a:xfrm>
            <a:custGeom>
              <a:avLst/>
              <a:gdLst/>
              <a:ahLst/>
              <a:cxnLst/>
              <a:rect l="l" t="t" r="r" b="b"/>
              <a:pathLst>
                <a:path w="1232996" h="981773" extrusionOk="0">
                  <a:moveTo>
                    <a:pt x="0" y="0"/>
                  </a:moveTo>
                  <a:lnTo>
                    <a:pt x="1232996" y="0"/>
                  </a:lnTo>
                  <a:lnTo>
                    <a:pt x="1232996" y="981773"/>
                  </a:lnTo>
                  <a:lnTo>
                    <a:pt x="0" y="9817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3" name="Google Shape;173;p5"/>
            <p:cNvSpPr/>
            <p:nvPr/>
          </p:nvSpPr>
          <p:spPr>
            <a:xfrm>
              <a:off x="20986381" y="8621474"/>
              <a:ext cx="1462835" cy="1462835"/>
            </a:xfrm>
            <a:custGeom>
              <a:avLst/>
              <a:gdLst/>
              <a:ahLst/>
              <a:cxnLst/>
              <a:rect l="l" t="t" r="r" b="b"/>
              <a:pathLst>
                <a:path w="1462835" h="1462835" extrusionOk="0">
                  <a:moveTo>
                    <a:pt x="0" y="0"/>
                  </a:moveTo>
                  <a:lnTo>
                    <a:pt x="1462835" y="0"/>
                  </a:lnTo>
                  <a:lnTo>
                    <a:pt x="1462835" y="1462835"/>
                  </a:lnTo>
                  <a:lnTo>
                    <a:pt x="0" y="14628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4" name="Google Shape;174;p5"/>
            <p:cNvSpPr/>
            <p:nvPr/>
          </p:nvSpPr>
          <p:spPr>
            <a:xfrm>
              <a:off x="22605497" y="9403369"/>
              <a:ext cx="1010158" cy="1167813"/>
            </a:xfrm>
            <a:custGeom>
              <a:avLst/>
              <a:gdLst/>
              <a:ahLst/>
              <a:cxnLst/>
              <a:rect l="l" t="t" r="r" b="b"/>
              <a:pathLst>
                <a:path w="1010158" h="1167813" extrusionOk="0">
                  <a:moveTo>
                    <a:pt x="0" y="0"/>
                  </a:moveTo>
                  <a:lnTo>
                    <a:pt x="1010158" y="0"/>
                  </a:lnTo>
                  <a:lnTo>
                    <a:pt x="1010158" y="1167813"/>
                  </a:lnTo>
                  <a:lnTo>
                    <a:pt x="0" y="11678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5" name="Google Shape;175;p5"/>
            <p:cNvSpPr/>
            <p:nvPr/>
          </p:nvSpPr>
          <p:spPr>
            <a:xfrm>
              <a:off x="17851128" y="11349905"/>
              <a:ext cx="524376" cy="1004901"/>
            </a:xfrm>
            <a:custGeom>
              <a:avLst/>
              <a:gdLst/>
              <a:ahLst/>
              <a:cxnLst/>
              <a:rect l="l" t="t" r="r" b="b"/>
              <a:pathLst>
                <a:path w="524376" h="1004901" extrusionOk="0">
                  <a:moveTo>
                    <a:pt x="0" y="0"/>
                  </a:moveTo>
                  <a:lnTo>
                    <a:pt x="524375" y="0"/>
                  </a:lnTo>
                  <a:lnTo>
                    <a:pt x="524375" y="1004901"/>
                  </a:lnTo>
                  <a:lnTo>
                    <a:pt x="0" y="10049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6" name="Google Shape;176;p5"/>
            <p:cNvSpPr/>
            <p:nvPr/>
          </p:nvSpPr>
          <p:spPr>
            <a:xfrm>
              <a:off x="22140083" y="11199012"/>
              <a:ext cx="1940987" cy="2751741"/>
            </a:xfrm>
            <a:custGeom>
              <a:avLst/>
              <a:gdLst/>
              <a:ahLst/>
              <a:cxnLst/>
              <a:rect l="l" t="t" r="r" b="b"/>
              <a:pathLst>
                <a:path w="1940987" h="2751741" extrusionOk="0">
                  <a:moveTo>
                    <a:pt x="0" y="0"/>
                  </a:moveTo>
                  <a:lnTo>
                    <a:pt x="1940987" y="0"/>
                  </a:lnTo>
                  <a:lnTo>
                    <a:pt x="1940987" y="2751741"/>
                  </a:lnTo>
                  <a:lnTo>
                    <a:pt x="0" y="275174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t="-15755" b="-15755"/>
              </a:stretch>
            </a:blipFill>
            <a:ln>
              <a:noFill/>
            </a:ln>
          </p:spPr>
        </p:sp>
        <p:sp>
          <p:nvSpPr>
            <p:cNvPr id="177" name="Google Shape;177;p5"/>
            <p:cNvSpPr/>
            <p:nvPr/>
          </p:nvSpPr>
          <p:spPr>
            <a:xfrm rot="-7039210">
              <a:off x="19495065" y="12584308"/>
              <a:ext cx="781601" cy="962923"/>
            </a:xfrm>
            <a:custGeom>
              <a:avLst/>
              <a:gdLst/>
              <a:ahLst/>
              <a:cxnLst/>
              <a:rect l="l" t="t" r="r" b="b"/>
              <a:pathLst>
                <a:path w="781601" h="962923" extrusionOk="0">
                  <a:moveTo>
                    <a:pt x="528349" y="0"/>
                  </a:moveTo>
                  <a:lnTo>
                    <a:pt x="781601" y="794510"/>
                  </a:lnTo>
                  <a:lnTo>
                    <a:pt x="253252" y="962922"/>
                  </a:lnTo>
                  <a:lnTo>
                    <a:pt x="0" y="168413"/>
                  </a:lnTo>
                  <a:lnTo>
                    <a:pt x="528349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l="-42630" r="-42630"/>
              </a:stretch>
            </a:blipFill>
            <a:ln>
              <a:noFill/>
            </a:ln>
          </p:spPr>
        </p:sp>
      </p:grpSp>
      <p:sp>
        <p:nvSpPr>
          <p:cNvPr id="178" name="Google Shape;178;p5"/>
          <p:cNvSpPr>
            <a:spLocks noGrp="1"/>
          </p:cNvSpPr>
          <p:nvPr>
            <p:ph type="pic" idx="2"/>
          </p:nvPr>
        </p:nvSpPr>
        <p:spPr>
          <a:xfrm>
            <a:off x="1603584" y="3260950"/>
            <a:ext cx="9994200" cy="574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6"/>
          <p:cNvGrpSpPr/>
          <p:nvPr/>
        </p:nvGrpSpPr>
        <p:grpSpPr>
          <a:xfrm>
            <a:off x="153201" y="-403874"/>
            <a:ext cx="19087183" cy="10609478"/>
            <a:chOff x="0" y="38100"/>
            <a:chExt cx="25449577" cy="14145971"/>
          </a:xfrm>
        </p:grpSpPr>
        <p:sp>
          <p:nvSpPr>
            <p:cNvPr id="184" name="Google Shape;184;p6"/>
            <p:cNvSpPr txBox="1"/>
            <p:nvPr/>
          </p:nvSpPr>
          <p:spPr>
            <a:xfrm>
              <a:off x="3404163" y="1961966"/>
              <a:ext cx="175449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lang="en-US" sz="3099" b="1" i="0" u="none" strike="noStrike" cap="non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From ideas to a single vision- Turning Ideas into Possibilities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243317" y="3684949"/>
              <a:ext cx="17184285" cy="9803405"/>
            </a:xfrm>
            <a:custGeom>
              <a:avLst/>
              <a:gdLst/>
              <a:ahLst/>
              <a:cxnLst/>
              <a:rect l="l" t="t" r="r" b="b"/>
              <a:pathLst>
                <a:path w="2272265" h="1296297" extrusionOk="0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0" y="755375"/>
              <a:ext cx="1831235" cy="1920837"/>
            </a:xfrm>
            <a:custGeom>
              <a:avLst/>
              <a:gdLst/>
              <a:ahLst/>
              <a:cxnLst/>
              <a:rect l="l" t="t" r="r" b="b"/>
              <a:pathLst>
                <a:path w="1831235" h="1920837" extrusionOk="0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7" name="Google Shape;187;p6"/>
            <p:cNvSpPr/>
            <p:nvPr/>
          </p:nvSpPr>
          <p:spPr>
            <a:xfrm>
              <a:off x="21883696" y="576598"/>
              <a:ext cx="2296036" cy="2296036"/>
            </a:xfrm>
            <a:custGeom>
              <a:avLst/>
              <a:gdLst/>
              <a:ahLst/>
              <a:cxnLst/>
              <a:rect l="l" t="t" r="r" b="b"/>
              <a:pathLst>
                <a:path w="2296036" h="2296036" extrusionOk="0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8" name="Google Shape;188;p6"/>
            <p:cNvSpPr txBox="1"/>
            <p:nvPr/>
          </p:nvSpPr>
          <p:spPr>
            <a:xfrm>
              <a:off x="5623411" y="38100"/>
              <a:ext cx="14305076" cy="1513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 b="1" i="0" u="none" strike="noStrike" cap="non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4 :  Creation and Refinement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6"/>
            <p:cNvSpPr/>
            <p:nvPr/>
          </p:nvSpPr>
          <p:spPr>
            <a:xfrm rot="6436720">
              <a:off x="19023504" y="4391332"/>
              <a:ext cx="907787" cy="1675446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0" name="Google Shape;190;p6"/>
            <p:cNvSpPr/>
            <p:nvPr/>
          </p:nvSpPr>
          <p:spPr>
            <a:xfrm rot="6436720">
              <a:off x="21429803" y="6793350"/>
              <a:ext cx="907787" cy="1675446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1" name="Google Shape;191;p6"/>
            <p:cNvSpPr/>
            <p:nvPr/>
          </p:nvSpPr>
          <p:spPr>
            <a:xfrm rot="-747576">
              <a:off x="19787872" y="10091564"/>
              <a:ext cx="5340746" cy="3558272"/>
            </a:xfrm>
            <a:custGeom>
              <a:avLst/>
              <a:gdLst/>
              <a:ahLst/>
              <a:cxnLst/>
              <a:rect l="l" t="t" r="r" b="b"/>
              <a:pathLst>
                <a:path w="5340746" h="3558272" extrusionOk="0">
                  <a:moveTo>
                    <a:pt x="0" y="0"/>
                  </a:moveTo>
                  <a:lnTo>
                    <a:pt x="5340746" y="0"/>
                  </a:lnTo>
                  <a:lnTo>
                    <a:pt x="5340746" y="3558272"/>
                  </a:lnTo>
                  <a:lnTo>
                    <a:pt x="0" y="35582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2" name="Google Shape;192;p6"/>
            <p:cNvSpPr/>
            <p:nvPr/>
          </p:nvSpPr>
          <p:spPr>
            <a:xfrm rot="-1004675">
              <a:off x="18864826" y="8007060"/>
              <a:ext cx="4498749" cy="4459385"/>
            </a:xfrm>
            <a:custGeom>
              <a:avLst/>
              <a:gdLst/>
              <a:ahLst/>
              <a:cxnLst/>
              <a:rect l="l" t="t" r="r" b="b"/>
              <a:pathLst>
                <a:path w="4498749" h="4459385" extrusionOk="0">
                  <a:moveTo>
                    <a:pt x="0" y="0"/>
                  </a:moveTo>
                  <a:lnTo>
                    <a:pt x="4498748" y="0"/>
                  </a:lnTo>
                  <a:lnTo>
                    <a:pt x="4498748" y="4459385"/>
                  </a:lnTo>
                  <a:lnTo>
                    <a:pt x="0" y="44593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93" name="Google Shape;193;p6"/>
          <p:cNvSpPr>
            <a:spLocks noGrp="1"/>
          </p:cNvSpPr>
          <p:nvPr>
            <p:ph type="pic" idx="2"/>
          </p:nvPr>
        </p:nvSpPr>
        <p:spPr>
          <a:xfrm>
            <a:off x="1603584" y="3260950"/>
            <a:ext cx="9994200" cy="574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g3f80a814d75_0_0"/>
          <p:cNvGrpSpPr/>
          <p:nvPr/>
        </p:nvGrpSpPr>
        <p:grpSpPr>
          <a:xfrm>
            <a:off x="153201" y="-403874"/>
            <a:ext cx="18134799" cy="10650488"/>
            <a:chOff x="0" y="38100"/>
            <a:chExt cx="24179732" cy="14200650"/>
          </a:xfrm>
        </p:grpSpPr>
        <p:sp>
          <p:nvSpPr>
            <p:cNvPr id="199" name="Google Shape;199;g3f80a814d75_0_0"/>
            <p:cNvSpPr txBox="1"/>
            <p:nvPr/>
          </p:nvSpPr>
          <p:spPr>
            <a:xfrm>
              <a:off x="3843119" y="1961976"/>
              <a:ext cx="175449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lang="en-US" sz="3099" b="1" i="0" u="none" strike="noStrike" cap="non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Shaping the Final Creation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f80a814d75_0_0"/>
            <p:cNvSpPr/>
            <p:nvPr/>
          </p:nvSpPr>
          <p:spPr>
            <a:xfrm>
              <a:off x="243317" y="3419488"/>
              <a:ext cx="17541886" cy="10007413"/>
            </a:xfrm>
            <a:custGeom>
              <a:avLst/>
              <a:gdLst/>
              <a:ahLst/>
              <a:cxnLst/>
              <a:rect l="l" t="t" r="r" b="b"/>
              <a:pathLst>
                <a:path w="2272265" h="1296297" extrusionOk="0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f80a814d75_0_0"/>
            <p:cNvSpPr/>
            <p:nvPr/>
          </p:nvSpPr>
          <p:spPr>
            <a:xfrm>
              <a:off x="0" y="755375"/>
              <a:ext cx="1831235" cy="1920837"/>
            </a:xfrm>
            <a:custGeom>
              <a:avLst/>
              <a:gdLst/>
              <a:ahLst/>
              <a:cxnLst/>
              <a:rect l="l" t="t" r="r" b="b"/>
              <a:pathLst>
                <a:path w="1831235" h="1920837" extrusionOk="0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2" name="Google Shape;202;g3f80a814d75_0_0"/>
            <p:cNvSpPr/>
            <p:nvPr/>
          </p:nvSpPr>
          <p:spPr>
            <a:xfrm>
              <a:off x="21883696" y="576598"/>
              <a:ext cx="2296036" cy="2296036"/>
            </a:xfrm>
            <a:custGeom>
              <a:avLst/>
              <a:gdLst/>
              <a:ahLst/>
              <a:cxnLst/>
              <a:rect l="l" t="t" r="r" b="b"/>
              <a:pathLst>
                <a:path w="2296036" h="2296036" extrusionOk="0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3" name="Google Shape;203;g3f80a814d75_0_0"/>
            <p:cNvSpPr txBox="1"/>
            <p:nvPr/>
          </p:nvSpPr>
          <p:spPr>
            <a:xfrm>
              <a:off x="5623411" y="38100"/>
              <a:ext cx="14305200" cy="17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 b="1" i="0" u="none" strike="noStrike" cap="non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5 :  Mission Accomplished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f80a814d75_0_0"/>
            <p:cNvSpPr/>
            <p:nvPr/>
          </p:nvSpPr>
          <p:spPr>
            <a:xfrm rot="6438166">
              <a:off x="19023058" y="4390765"/>
              <a:ext cx="908028" cy="1675891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5" name="Google Shape;205;g3f80a814d75_0_0"/>
            <p:cNvSpPr/>
            <p:nvPr/>
          </p:nvSpPr>
          <p:spPr>
            <a:xfrm rot="6438166">
              <a:off x="21429357" y="6413189"/>
              <a:ext cx="908028" cy="1675891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6" name="Google Shape;206;g3f80a814d75_0_0"/>
            <p:cNvSpPr/>
            <p:nvPr/>
          </p:nvSpPr>
          <p:spPr>
            <a:xfrm>
              <a:off x="18527484" y="8478403"/>
              <a:ext cx="5551535" cy="5760347"/>
            </a:xfrm>
            <a:custGeom>
              <a:avLst/>
              <a:gdLst/>
              <a:ahLst/>
              <a:cxnLst/>
              <a:rect l="l" t="t" r="r" b="b"/>
              <a:pathLst>
                <a:path w="5551535" h="5760347" extrusionOk="0">
                  <a:moveTo>
                    <a:pt x="0" y="0"/>
                  </a:moveTo>
                  <a:lnTo>
                    <a:pt x="5551535" y="0"/>
                  </a:lnTo>
                  <a:lnTo>
                    <a:pt x="5551535" y="5760348"/>
                  </a:lnTo>
                  <a:lnTo>
                    <a:pt x="0" y="57603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" name="Google Shape;193;p6">
            <a:extLst>
              <a:ext uri="{FF2B5EF4-FFF2-40B4-BE49-F238E27FC236}">
                <a16:creationId xmlns:a16="http://schemas.microsoft.com/office/drawing/2014/main" id="{65D5F62D-F5DA-0467-D142-296BE1C7452F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603584" y="3260950"/>
            <a:ext cx="9994200" cy="574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7"/>
          <p:cNvGrpSpPr/>
          <p:nvPr/>
        </p:nvGrpSpPr>
        <p:grpSpPr>
          <a:xfrm>
            <a:off x="-179569" y="0"/>
            <a:ext cx="18467569" cy="9523291"/>
            <a:chOff x="-1" y="0"/>
            <a:chExt cx="24623427" cy="12697722"/>
          </a:xfrm>
        </p:grpSpPr>
        <p:sp>
          <p:nvSpPr>
            <p:cNvPr id="213" name="Google Shape;213;p7"/>
            <p:cNvSpPr/>
            <p:nvPr/>
          </p:nvSpPr>
          <p:spPr>
            <a:xfrm>
              <a:off x="443694" y="178777"/>
              <a:ext cx="1831235" cy="1920837"/>
            </a:xfrm>
            <a:custGeom>
              <a:avLst/>
              <a:gdLst/>
              <a:ahLst/>
              <a:cxnLst/>
              <a:rect l="l" t="t" r="r" b="b"/>
              <a:pathLst>
                <a:path w="1831235" h="1920837" extrusionOk="0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4" name="Google Shape;214;p7"/>
            <p:cNvSpPr/>
            <p:nvPr/>
          </p:nvSpPr>
          <p:spPr>
            <a:xfrm>
              <a:off x="22327390" y="0"/>
              <a:ext cx="2296036" cy="2296036"/>
            </a:xfrm>
            <a:custGeom>
              <a:avLst/>
              <a:gdLst/>
              <a:ahLst/>
              <a:cxnLst/>
              <a:rect l="l" t="t" r="r" b="b"/>
              <a:pathLst>
                <a:path w="2296036" h="2296036" extrusionOk="0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5" name="Google Shape;215;p7"/>
            <p:cNvSpPr/>
            <p:nvPr/>
          </p:nvSpPr>
          <p:spPr>
            <a:xfrm rot="-2535019">
              <a:off x="60886" y="6393157"/>
              <a:ext cx="4428085" cy="1892000"/>
            </a:xfrm>
            <a:custGeom>
              <a:avLst/>
              <a:gdLst/>
              <a:ahLst/>
              <a:cxnLst/>
              <a:rect l="l" t="t" r="r" b="b"/>
              <a:pathLst>
                <a:path w="4428085" h="1892000" extrusionOk="0">
                  <a:moveTo>
                    <a:pt x="0" y="0"/>
                  </a:moveTo>
                  <a:lnTo>
                    <a:pt x="4428086" y="0"/>
                  </a:lnTo>
                  <a:lnTo>
                    <a:pt x="4428086" y="1892000"/>
                  </a:lnTo>
                  <a:lnTo>
                    <a:pt x="0" y="189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6" name="Google Shape;216;p7"/>
            <p:cNvSpPr/>
            <p:nvPr/>
          </p:nvSpPr>
          <p:spPr>
            <a:xfrm>
              <a:off x="21132700" y="9308532"/>
              <a:ext cx="2389379" cy="3389190"/>
            </a:xfrm>
            <a:custGeom>
              <a:avLst/>
              <a:gdLst/>
              <a:ahLst/>
              <a:cxnLst/>
              <a:rect l="l" t="t" r="r" b="b"/>
              <a:pathLst>
                <a:path w="2389379" h="3389190" extrusionOk="0">
                  <a:moveTo>
                    <a:pt x="0" y="0"/>
                  </a:moveTo>
                  <a:lnTo>
                    <a:pt x="2389379" y="0"/>
                  </a:lnTo>
                  <a:lnTo>
                    <a:pt x="2389379" y="3389191"/>
                  </a:lnTo>
                  <a:lnTo>
                    <a:pt x="0" y="33891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7" name="Google Shape;217;p7"/>
            <p:cNvSpPr txBox="1"/>
            <p:nvPr/>
          </p:nvSpPr>
          <p:spPr>
            <a:xfrm>
              <a:off x="5688741" y="810452"/>
              <a:ext cx="14305076" cy="741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 b="1" i="0" u="none" strike="noStrike" cap="non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The Journey in Their Own Words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7"/>
          <p:cNvSpPr/>
          <p:nvPr/>
        </p:nvSpPr>
        <p:spPr>
          <a:xfrm>
            <a:off x="2978988" y="1602300"/>
            <a:ext cx="12330000" cy="7082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8"/>
          <p:cNvGrpSpPr/>
          <p:nvPr/>
        </p:nvGrpSpPr>
        <p:grpSpPr>
          <a:xfrm>
            <a:off x="-1032522" y="-747445"/>
            <a:ext cx="19725440" cy="10386761"/>
            <a:chOff x="115424" y="0"/>
            <a:chExt cx="26300588" cy="13849015"/>
          </a:xfrm>
        </p:grpSpPr>
        <p:sp>
          <p:nvSpPr>
            <p:cNvPr id="224" name="Google Shape;224;p8"/>
            <p:cNvSpPr txBox="1"/>
            <p:nvPr/>
          </p:nvSpPr>
          <p:spPr>
            <a:xfrm rot="-581068">
              <a:off x="723331" y="3708564"/>
              <a:ext cx="15429586" cy="8534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2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9"/>
                <a:buFont typeface="Arial"/>
                <a:buNone/>
              </a:pPr>
              <a:r>
                <a:rPr lang="en-US" sz="25719" b="0" i="0" u="none" strike="noStrike" cap="none">
                  <a:solidFill>
                    <a:srgbClr val="3C3D37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" name="Google Shape;225;p8"/>
            <p:cNvCxnSpPr/>
            <p:nvPr/>
          </p:nvCxnSpPr>
          <p:spPr>
            <a:xfrm rot="10800000">
              <a:off x="15059649" y="2035194"/>
              <a:ext cx="0" cy="11813821"/>
            </a:xfrm>
            <a:prstGeom prst="straightConnector1">
              <a:avLst/>
            </a:prstGeom>
            <a:noFill/>
            <a:ln w="50800" cap="flat" cmpd="sng">
              <a:solidFill>
                <a:srgbClr val="3C3D3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6" name="Google Shape;226;p8"/>
            <p:cNvCxnSpPr/>
            <p:nvPr/>
          </p:nvCxnSpPr>
          <p:spPr>
            <a:xfrm>
              <a:off x="17037919" y="7651427"/>
              <a:ext cx="7690186" cy="0"/>
            </a:xfrm>
            <a:prstGeom prst="straightConnector1">
              <a:avLst/>
            </a:prstGeom>
            <a:noFill/>
            <a:ln w="50800" cap="flat" cmpd="sng">
              <a:solidFill>
                <a:srgbClr val="3C3D3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7" name="Google Shape;227;p8"/>
            <p:cNvCxnSpPr/>
            <p:nvPr/>
          </p:nvCxnSpPr>
          <p:spPr>
            <a:xfrm>
              <a:off x="17818560" y="9376330"/>
              <a:ext cx="5796972" cy="0"/>
            </a:xfrm>
            <a:prstGeom prst="straightConnector1">
              <a:avLst/>
            </a:prstGeom>
            <a:noFill/>
            <a:ln w="50800" cap="flat" cmpd="sng">
              <a:solidFill>
                <a:srgbClr val="3C3D37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8" name="Google Shape;228;p8"/>
            <p:cNvSpPr txBox="1"/>
            <p:nvPr/>
          </p:nvSpPr>
          <p:spPr>
            <a:xfrm>
              <a:off x="17129909" y="6327530"/>
              <a:ext cx="7371900" cy="279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32"/>
                <a:buFont typeface="Arial"/>
                <a:buNone/>
              </a:pPr>
              <a:r>
                <a:rPr lang="en-US" sz="5432" b="0" i="0" u="none" strike="noStrike" cap="none">
                  <a:solidFill>
                    <a:srgbClr val="3C3D37"/>
                  </a:solidFill>
                  <a:latin typeface="Arial"/>
                  <a:ea typeface="Arial"/>
                  <a:cs typeface="Arial"/>
                  <a:sym typeface="Arial"/>
                </a:rPr>
                <a:t>Celebrating Creativity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32"/>
                <a:buFont typeface="Arial"/>
                <a:buNone/>
              </a:pPr>
              <a:r>
                <a:rPr lang="en-US" sz="5232" b="0" i="0" u="none" strike="noStrike" cap="none">
                  <a:solidFill>
                    <a:srgbClr val="3C3D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32"/>
                <a:buFont typeface="Arial"/>
                <a:buNone/>
              </a:pPr>
              <a:r>
                <a:rPr lang="en-US" sz="5432" b="0" i="0" u="none" strike="noStrike" cap="none">
                  <a:solidFill>
                    <a:srgbClr val="3C3D37"/>
                  </a:solidFill>
                  <a:latin typeface="Arial"/>
                  <a:ea typeface="Arial"/>
                  <a:cs typeface="Arial"/>
                  <a:sym typeface="Arial"/>
                </a:rPr>
                <a:t>&amp; Innovation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696390" y="1175370"/>
              <a:ext cx="1831235" cy="1920837"/>
            </a:xfrm>
            <a:custGeom>
              <a:avLst/>
              <a:gdLst/>
              <a:ahLst/>
              <a:cxnLst/>
              <a:rect l="l" t="t" r="r" b="b"/>
              <a:pathLst>
                <a:path w="1831235" h="1920837" extrusionOk="0">
                  <a:moveTo>
                    <a:pt x="0" y="0"/>
                  </a:moveTo>
                  <a:lnTo>
                    <a:pt x="1831235" y="0"/>
                  </a:lnTo>
                  <a:lnTo>
                    <a:pt x="1831235" y="1920838"/>
                  </a:lnTo>
                  <a:lnTo>
                    <a:pt x="0" y="19208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0" name="Google Shape;230;p8"/>
            <p:cNvSpPr/>
            <p:nvPr/>
          </p:nvSpPr>
          <p:spPr>
            <a:xfrm>
              <a:off x="23580086" y="996594"/>
              <a:ext cx="2296036" cy="2296036"/>
            </a:xfrm>
            <a:custGeom>
              <a:avLst/>
              <a:gdLst/>
              <a:ahLst/>
              <a:cxnLst/>
              <a:rect l="l" t="t" r="r" b="b"/>
              <a:pathLst>
                <a:path w="2296036" h="2296036" extrusionOk="0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1" name="Google Shape;231;p8"/>
            <p:cNvSpPr/>
            <p:nvPr/>
          </p:nvSpPr>
          <p:spPr>
            <a:xfrm>
              <a:off x="24728104" y="5486219"/>
              <a:ext cx="903037" cy="979626"/>
            </a:xfrm>
            <a:custGeom>
              <a:avLst/>
              <a:gdLst/>
              <a:ahLst/>
              <a:cxnLst/>
              <a:rect l="l" t="t" r="r" b="b"/>
              <a:pathLst>
                <a:path w="903037" h="979626" extrusionOk="0">
                  <a:moveTo>
                    <a:pt x="0" y="0"/>
                  </a:moveTo>
                  <a:lnTo>
                    <a:pt x="903037" y="0"/>
                  </a:lnTo>
                  <a:lnTo>
                    <a:pt x="903037" y="979626"/>
                  </a:lnTo>
                  <a:lnTo>
                    <a:pt x="0" y="9796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2" name="Google Shape;232;p8"/>
            <p:cNvSpPr/>
            <p:nvPr/>
          </p:nvSpPr>
          <p:spPr>
            <a:xfrm>
              <a:off x="15852440" y="8458009"/>
              <a:ext cx="1277469" cy="1326727"/>
            </a:xfrm>
            <a:custGeom>
              <a:avLst/>
              <a:gdLst/>
              <a:ahLst/>
              <a:cxnLst/>
              <a:rect l="l" t="t" r="r" b="b"/>
              <a:pathLst>
                <a:path w="1277469" h="1326727" extrusionOk="0">
                  <a:moveTo>
                    <a:pt x="0" y="0"/>
                  </a:moveTo>
                  <a:lnTo>
                    <a:pt x="1277469" y="0"/>
                  </a:lnTo>
                  <a:lnTo>
                    <a:pt x="1277469" y="1326728"/>
                  </a:lnTo>
                  <a:lnTo>
                    <a:pt x="0" y="13267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3" name="Google Shape;233;p8"/>
            <p:cNvSpPr/>
            <p:nvPr/>
          </p:nvSpPr>
          <p:spPr>
            <a:xfrm rot="-3327839">
              <a:off x="13314276" y="340900"/>
              <a:ext cx="1915945" cy="2070071"/>
            </a:xfrm>
            <a:custGeom>
              <a:avLst/>
              <a:gdLst/>
              <a:ahLst/>
              <a:cxnLst/>
              <a:rect l="l" t="t" r="r" b="b"/>
              <a:pathLst>
                <a:path w="1915945" h="2070071" extrusionOk="0">
                  <a:moveTo>
                    <a:pt x="0" y="0"/>
                  </a:moveTo>
                  <a:lnTo>
                    <a:pt x="1915946" y="0"/>
                  </a:lnTo>
                  <a:lnTo>
                    <a:pt x="1915946" y="2070072"/>
                  </a:lnTo>
                  <a:lnTo>
                    <a:pt x="0" y="20700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32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4" name="Google Shape;234;p8"/>
            <p:cNvSpPr/>
            <p:nvPr/>
          </p:nvSpPr>
          <p:spPr>
            <a:xfrm rot="5482974">
              <a:off x="762083" y="8659513"/>
              <a:ext cx="2442475" cy="923720"/>
            </a:xfrm>
            <a:custGeom>
              <a:avLst/>
              <a:gdLst/>
              <a:ahLst/>
              <a:cxnLst/>
              <a:rect l="l" t="t" r="r" b="b"/>
              <a:pathLst>
                <a:path w="2442475" h="923720" extrusionOk="0">
                  <a:moveTo>
                    <a:pt x="0" y="0"/>
                  </a:moveTo>
                  <a:lnTo>
                    <a:pt x="2442475" y="0"/>
                  </a:lnTo>
                  <a:lnTo>
                    <a:pt x="2442475" y="923720"/>
                  </a:lnTo>
                  <a:lnTo>
                    <a:pt x="0" y="9237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 amt="32999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5" name="Google Shape;235;p8"/>
            <p:cNvSpPr/>
            <p:nvPr/>
          </p:nvSpPr>
          <p:spPr>
            <a:xfrm>
              <a:off x="16738071" y="4763097"/>
              <a:ext cx="783676" cy="1007408"/>
            </a:xfrm>
            <a:custGeom>
              <a:avLst/>
              <a:gdLst/>
              <a:ahLst/>
              <a:cxnLst/>
              <a:rect l="l" t="t" r="r" b="b"/>
              <a:pathLst>
                <a:path w="783676" h="1007408" extrusionOk="0">
                  <a:moveTo>
                    <a:pt x="0" y="0"/>
                  </a:moveTo>
                  <a:lnTo>
                    <a:pt x="783676" y="0"/>
                  </a:lnTo>
                  <a:lnTo>
                    <a:pt x="783676" y="1007407"/>
                  </a:lnTo>
                  <a:lnTo>
                    <a:pt x="0" y="10074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6" name="Google Shape;236;p8"/>
            <p:cNvSpPr/>
            <p:nvPr/>
          </p:nvSpPr>
          <p:spPr>
            <a:xfrm>
              <a:off x="24577987" y="8458009"/>
              <a:ext cx="601635" cy="658211"/>
            </a:xfrm>
            <a:custGeom>
              <a:avLst/>
              <a:gdLst/>
              <a:ahLst/>
              <a:cxnLst/>
              <a:rect l="l" t="t" r="r" b="b"/>
              <a:pathLst>
                <a:path w="601635" h="658211" extrusionOk="0">
                  <a:moveTo>
                    <a:pt x="0" y="0"/>
                  </a:moveTo>
                  <a:lnTo>
                    <a:pt x="601635" y="0"/>
                  </a:lnTo>
                  <a:lnTo>
                    <a:pt x="601635" y="658211"/>
                  </a:lnTo>
                  <a:lnTo>
                    <a:pt x="0" y="6582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7" name="Google Shape;237;p8"/>
            <p:cNvSpPr/>
            <p:nvPr/>
          </p:nvSpPr>
          <p:spPr>
            <a:xfrm rot="-946739" flipH="1">
              <a:off x="23224566" y="9895713"/>
              <a:ext cx="711041" cy="915376"/>
            </a:xfrm>
            <a:custGeom>
              <a:avLst/>
              <a:gdLst/>
              <a:ahLst/>
              <a:cxnLst/>
              <a:rect l="l" t="t" r="r" b="b"/>
              <a:pathLst>
                <a:path w="711041" h="915376" extrusionOk="0">
                  <a:moveTo>
                    <a:pt x="711041" y="0"/>
                  </a:moveTo>
                  <a:lnTo>
                    <a:pt x="0" y="0"/>
                  </a:lnTo>
                  <a:lnTo>
                    <a:pt x="0" y="915376"/>
                  </a:lnTo>
                  <a:lnTo>
                    <a:pt x="711041" y="915376"/>
                  </a:lnTo>
                  <a:lnTo>
                    <a:pt x="711041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8" name="Google Shape;238;p8"/>
            <p:cNvSpPr/>
            <p:nvPr/>
          </p:nvSpPr>
          <p:spPr>
            <a:xfrm rot="-2023110">
              <a:off x="20855354" y="6035312"/>
              <a:ext cx="831161" cy="393936"/>
            </a:xfrm>
            <a:custGeom>
              <a:avLst/>
              <a:gdLst/>
              <a:ahLst/>
              <a:cxnLst/>
              <a:rect l="l" t="t" r="r" b="b"/>
              <a:pathLst>
                <a:path w="831161" h="393936" extrusionOk="0">
                  <a:moveTo>
                    <a:pt x="0" y="0"/>
                  </a:moveTo>
                  <a:lnTo>
                    <a:pt x="831161" y="0"/>
                  </a:lnTo>
                  <a:lnTo>
                    <a:pt x="831161" y="393936"/>
                  </a:lnTo>
                  <a:lnTo>
                    <a:pt x="0" y="3939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9" name="Google Shape;239;p8"/>
            <p:cNvSpPr/>
            <p:nvPr/>
          </p:nvSpPr>
          <p:spPr>
            <a:xfrm>
              <a:off x="22504016" y="8893406"/>
              <a:ext cx="819491" cy="227967"/>
            </a:xfrm>
            <a:custGeom>
              <a:avLst/>
              <a:gdLst/>
              <a:ahLst/>
              <a:cxnLst/>
              <a:rect l="l" t="t" r="r" b="b"/>
              <a:pathLst>
                <a:path w="819491" h="227967" extrusionOk="0">
                  <a:moveTo>
                    <a:pt x="0" y="0"/>
                  </a:moveTo>
                  <a:lnTo>
                    <a:pt x="819491" y="0"/>
                  </a:lnTo>
                  <a:lnTo>
                    <a:pt x="819491" y="227967"/>
                  </a:lnTo>
                  <a:lnTo>
                    <a:pt x="0" y="2279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0" name="Google Shape;240;p8"/>
            <p:cNvSpPr/>
            <p:nvPr/>
          </p:nvSpPr>
          <p:spPr>
            <a:xfrm rot="6436720">
              <a:off x="12883622" y="9370566"/>
              <a:ext cx="907787" cy="1675446"/>
            </a:xfrm>
            <a:custGeom>
              <a:avLst/>
              <a:gdLst/>
              <a:ahLst/>
              <a:cxnLst/>
              <a:rect l="l" t="t" r="r" b="b"/>
              <a:pathLst>
                <a:path w="907787" h="1675446" extrusionOk="0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1" name="Google Shape;241;p8"/>
            <p:cNvSpPr/>
            <p:nvPr/>
          </p:nvSpPr>
          <p:spPr>
            <a:xfrm>
              <a:off x="14272249" y="1999620"/>
              <a:ext cx="12143763" cy="11779451"/>
            </a:xfrm>
            <a:custGeom>
              <a:avLst/>
              <a:gdLst/>
              <a:ahLst/>
              <a:cxnLst/>
              <a:rect l="l" t="t" r="r" b="b"/>
              <a:pathLst>
                <a:path w="12143763" h="11779451" extrusionOk="0">
                  <a:moveTo>
                    <a:pt x="0" y="0"/>
                  </a:moveTo>
                  <a:lnTo>
                    <a:pt x="12143763" y="0"/>
                  </a:lnTo>
                  <a:lnTo>
                    <a:pt x="12143763" y="11779450"/>
                  </a:lnTo>
                  <a:lnTo>
                    <a:pt x="0" y="117794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 amt="37000"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Custom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Noto Serif Ethiopic</vt:lpstr>
      <vt:lpstr>Arial</vt:lpstr>
      <vt:lpstr>Fredoka</vt:lpstr>
      <vt:lpstr>Calibri</vt:lpstr>
      <vt:lpstr>Mate</vt:lpstr>
      <vt:lpstr>Poppins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S1ncer3ly</cp:lastModifiedBy>
  <cp:revision>1</cp:revision>
  <dcterms:modified xsi:type="dcterms:W3CDTF">2026-09-04T08:59:03Z</dcterms:modified>
</cp:coreProperties>
</file>